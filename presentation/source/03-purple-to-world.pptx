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Purple to the World
Davao roots. Global possibilities.
Audience: Prospective buyers and international partners.
Tone: Confident, modern, purposeful.
Why choose it: Makes the product and farm information easy to discover.
Consideration: Buyer-specific specifications and contact information need client-supplied content.
Concept preview. Global reach is a proposed brand direction, not a claim of existing export contracts or certification. Motion is proposed.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preview. Global reach is a proposed brand direction, not a claim of existing export contracts or certification. Motion is proposed.
Medium. Large product moves and clear transitions.
Purple yam takes center stage -&gt; Explore the crop and its origins -&gt; Meet the cooperative growers -&gt; Open a farm profile
The crop comes forward: The large yam turns slightly as the hero gives way to clear product and origin information.
Roots connect to growers: Purple and pale sections exchange focus. Grower photography enters as one bold visual panel.
From interest to discovery: The product journey resolves into farm lookup. ID, QR and partner links lead to the same farm profile.
Buyer-specific specifications and contact information need client-supplied content.
Reduced-motion visitors should see complete readable sections without the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196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spc="80" kern="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 FARM / DAVAO COOPERATIVE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1109960" y="6501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BOLD &amp; BUYER FOCUSED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832104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Purple to the World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94360" y="1545336"/>
            <a:ext cx="10881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purple identity that brings the crop forward, then connects visitors to the people and farm information behind it.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562356" y="2235708"/>
            <a:ext cx="6601968" cy="3922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8" name="Image 0" descr="03-purple-to-world-desktop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027" y="2267712"/>
            <a:ext cx="5556626" cy="38587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9772" y="2235708"/>
            <a:ext cx="1847088" cy="3922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10" name="Image 1" descr="03-purple-to-world-mobile-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267712"/>
            <a:ext cx="1783080" cy="3858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6263640"/>
            <a:ext cx="6400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opening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351776" y="6263640"/>
            <a:ext cx="1792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opening</a:t>
            </a:r>
            <a:endParaRPr lang="en-US" sz="930" dirty="0"/>
          </a:p>
        </p:txBody>
      </p:sp>
      <p:sp>
        <p:nvSpPr>
          <p:cNvPr id="13" name="Text 9"/>
          <p:cNvSpPr/>
          <p:nvPr/>
        </p:nvSpPr>
        <p:spPr>
          <a:xfrm>
            <a:off x="9445752" y="2322576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b="1" spc="55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IT</a:t>
            </a:r>
            <a:endParaRPr lang="en-US" sz="910" dirty="0"/>
          </a:p>
        </p:txBody>
      </p:sp>
      <p:sp>
        <p:nvSpPr>
          <p:cNvPr id="14" name="Text 10"/>
          <p:cNvSpPr/>
          <p:nvPr/>
        </p:nvSpPr>
        <p:spPr>
          <a:xfrm>
            <a:off x="9445752" y="2679192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34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product and farm information easy to discover.</a:t>
            </a:r>
            <a:endParaRPr lang="en-US" sz="1510" dirty="0"/>
          </a:p>
        </p:txBody>
      </p:sp>
      <p:sp>
        <p:nvSpPr>
          <p:cNvPr id="15" name="Shape 11"/>
          <p:cNvSpPr/>
          <p:nvPr/>
        </p:nvSpPr>
        <p:spPr>
          <a:xfrm>
            <a:off x="9445752" y="3584448"/>
            <a:ext cx="2139696" cy="0"/>
          </a:xfrm>
          <a:prstGeom prst="line">
            <a:avLst/>
          </a:prstGeom>
          <a:noFill/>
          <a:ln w="8890">
            <a:solidFill>
              <a:srgbClr val="D8D0B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445752" y="3813048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b="1" spc="55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</a:t>
            </a:r>
            <a:endParaRPr lang="en-US" sz="910" dirty="0"/>
          </a:p>
        </p:txBody>
      </p:sp>
      <p:sp>
        <p:nvSpPr>
          <p:cNvPr id="17" name="Text 13"/>
          <p:cNvSpPr/>
          <p:nvPr/>
        </p:nvSpPr>
        <p:spPr>
          <a:xfrm>
            <a:off x="9445752" y="4133088"/>
            <a:ext cx="21396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buyers and international partners.</a:t>
            </a:r>
            <a:endParaRPr lang="en-US" sz="1330" dirty="0"/>
          </a:p>
        </p:txBody>
      </p:sp>
      <p:sp>
        <p:nvSpPr>
          <p:cNvPr id="18" name="Text 14"/>
          <p:cNvSpPr/>
          <p:nvPr/>
        </p:nvSpPr>
        <p:spPr>
          <a:xfrm>
            <a:off x="9445752" y="534009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b="1" spc="55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DIRECTION</a:t>
            </a:r>
            <a:endParaRPr lang="en-US" sz="910" dirty="0"/>
          </a:p>
        </p:txBody>
      </p:sp>
      <p:sp>
        <p:nvSpPr>
          <p:cNvPr id="19" name="Shape 15"/>
          <p:cNvSpPr/>
          <p:nvPr/>
        </p:nvSpPr>
        <p:spPr>
          <a:xfrm>
            <a:off x="9445752" y="5669280"/>
            <a:ext cx="292608" cy="292608"/>
          </a:xfrm>
          <a:prstGeom prst="ellipse">
            <a:avLst/>
          </a:prstGeom>
          <a:solidFill>
            <a:srgbClr val="311542"/>
          </a:solidFill>
          <a:ln w="12700">
            <a:solidFill>
              <a:srgbClr val="31154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884664" y="5669280"/>
            <a:ext cx="292608" cy="292608"/>
          </a:xfrm>
          <a:prstGeom prst="ellipse">
            <a:avLst/>
          </a:prstGeom>
          <a:solidFill>
            <a:srgbClr val="EDE5F1"/>
          </a:solidFill>
          <a:ln w="12700">
            <a:solidFill>
              <a:srgbClr val="EDE5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23576" y="56692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762488" y="5669280"/>
            <a:ext cx="292608" cy="292608"/>
          </a:xfrm>
          <a:prstGeom prst="ellipse">
            <a:avLst/>
          </a:prstGeom>
          <a:solidFill>
            <a:srgbClr val="B6CF72"/>
          </a:solidFill>
          <a:ln w="12700">
            <a:solidFill>
              <a:srgbClr val="B6CF7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1874520"/>
            <a:ext cx="2459736" cy="283464"/>
          </a:xfrm>
          <a:prstGeom prst="roundRect">
            <a:avLst>
              <a:gd name="adj" fmla="val 45161"/>
            </a:avLst>
          </a:prstGeom>
          <a:solidFill>
            <a:srgbClr val="35583C"/>
          </a:solidFill>
          <a:ln w="12700">
            <a:solidFill>
              <a:srgbClr val="3558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4088" y="193852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preview · proposed motion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196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spc="80" kern="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 FARM / DAVAO COOPERATIVE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1109960" y="6501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HOW THE JOURNEY UNFOLDS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832104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purple yam in the spotlight.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94360" y="1545336"/>
            <a:ext cx="10881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scroll behavior. These previews show composition and content; photography is illustrative.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562356" y="2281428"/>
            <a:ext cx="3511296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8" name="Image 0" descr="03-purple-to-world-growing-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93610"/>
            <a:ext cx="3447288" cy="16159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7000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51560" y="4645152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crop comes forward</a:t>
            </a: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594360" y="5330952"/>
            <a:ext cx="3447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 yam turns slightly as the hero gives way to clear product and origin information.</a:t>
            </a:r>
            <a:endParaRPr lang="en-US" sz="1310" dirty="0"/>
          </a:p>
        </p:txBody>
      </p:sp>
      <p:sp>
        <p:nvSpPr>
          <p:cNvPr id="12" name="Shape 9"/>
          <p:cNvSpPr/>
          <p:nvPr/>
        </p:nvSpPr>
        <p:spPr>
          <a:xfrm>
            <a:off x="4338828" y="2281428"/>
            <a:ext cx="3511296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13" name="Image 1" descr="03-purple-to-world-story-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622337"/>
            <a:ext cx="3447288" cy="1558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0832" y="47000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28032" y="4645152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Roots connect to growers</a:t>
            </a:r>
            <a:endParaRPr lang="en-US" sz="1620" dirty="0"/>
          </a:p>
        </p:txBody>
      </p:sp>
      <p:sp>
        <p:nvSpPr>
          <p:cNvPr id="16" name="Text 12"/>
          <p:cNvSpPr/>
          <p:nvPr/>
        </p:nvSpPr>
        <p:spPr>
          <a:xfrm>
            <a:off x="4370832" y="5330952"/>
            <a:ext cx="3447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and pale sections exchange focus. Grower photography enters as one bold visual panel.</a:t>
            </a:r>
            <a:endParaRPr lang="en-US" sz="1310" dirty="0"/>
          </a:p>
        </p:txBody>
      </p:sp>
      <p:sp>
        <p:nvSpPr>
          <p:cNvPr id="17" name="Shape 13"/>
          <p:cNvSpPr/>
          <p:nvPr/>
        </p:nvSpPr>
        <p:spPr>
          <a:xfrm>
            <a:off x="8115300" y="2281428"/>
            <a:ext cx="3511296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18" name="Image 2" descr="03-purple-to-world-lookup-s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579246"/>
            <a:ext cx="3447288" cy="16446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47304" y="47000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604504" y="4645152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interest to discovery</a:t>
            </a:r>
            <a:endParaRPr lang="en-US" sz="1620" dirty="0"/>
          </a:p>
        </p:txBody>
      </p:sp>
      <p:sp>
        <p:nvSpPr>
          <p:cNvPr id="21" name="Text 16"/>
          <p:cNvSpPr/>
          <p:nvPr/>
        </p:nvSpPr>
        <p:spPr>
          <a:xfrm>
            <a:off x="8147304" y="5330952"/>
            <a:ext cx="3447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journey resolves into farm lookup. ID, QR and partner links lead to the same farm profile.</a:t>
            </a:r>
            <a:endParaRPr lang="en-US" sz="13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ube farm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to the World</dc:title>
  <dc:subject>Three landing page design directions for a Davao cooperative</dc:subject>
  <dc:creator>Ube Farm design presentation</dc:creator>
  <cp:lastModifiedBy>Ube Farm design presentation</cp:lastModifiedBy>
  <cp:revision>1</cp:revision>
  <dcterms:created xsi:type="dcterms:W3CDTF">2026-10-01T08:53:14Z</dcterms:created>
  <dcterms:modified xsi:type="dcterms:W3CDTF">2026-10-01T08:53:14Z</dcterms:modified>
</cp:coreProperties>
</file>