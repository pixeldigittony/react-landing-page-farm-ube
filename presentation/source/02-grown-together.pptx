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Grown Together in Davao
Good roots. Stronger together.
Audience: Cooperative partners, local communities and buyers.
Tone: Honest, welcoming, grounded.
Why choose it: Builds trust through people and place.
Consideration: Strongest with original photography of the cooperative and its members.
Concept preview. The farm photograph is AI-generated illustrative imagery, not actual cooperative members. Motion is proposed.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preview. The farm photograph is AI-generated illustrative imagery, not actual cooperative members. Motion is proposed.
Medium. Layered photos and readable chapters.
Meet the cooperative -&gt; Discover the people and place -&gt; Follow growing and harvest -&gt; Find a partner farm
People &amp; place: The opening arch reveals the field. Photographs and headlines move on separate planes, then settle for reading.
A connected growing story: A thin vine line leads into the soil, vine and harvest chapters. Each chapter arrives with a gentle upward reveal.
Meet a partner farm: Farm cards lift into place. Entering an ID, scanning a QR or choosing a partner opens the same farm profile.
Strongest with original photography of the cooperative and its members.
Reduced-motion visitors should see complete readable sections without the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19672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spc="80" kern="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 FARM / DAVAO COOPERATIVE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1109960" y="650138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35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WARM &amp; PEOPLE LED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832104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dirty="0">
                <a:solidFill>
                  <a:srgbClr val="542A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Grown Together in Davao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94360" y="1545336"/>
            <a:ext cx="10881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warm editorial website that introduces the cooperative through its people, Davao setting and shared growing story.</a:t>
            </a:r>
            <a:endParaRPr lang="en-US" sz="1440" dirty="0"/>
          </a:p>
        </p:txBody>
      </p:sp>
      <p:sp>
        <p:nvSpPr>
          <p:cNvPr id="7" name="Shape 5"/>
          <p:cNvSpPr/>
          <p:nvPr/>
        </p:nvSpPr>
        <p:spPr>
          <a:xfrm>
            <a:off x="562356" y="2235708"/>
            <a:ext cx="6601968" cy="3922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D0BE"/>
            </a:solidFill>
            <a:prstDash val="solid"/>
          </a:ln>
        </p:spPr>
      </p:sp>
      <p:pic>
        <p:nvPicPr>
          <p:cNvPr id="8" name="Image 0" descr="02-grown-together-desktop-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027" y="2267712"/>
            <a:ext cx="5556626" cy="38587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9772" y="2235708"/>
            <a:ext cx="1847088" cy="3922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D0BE"/>
            </a:solidFill>
            <a:prstDash val="solid"/>
          </a:ln>
        </p:spPr>
      </p:sp>
      <p:pic>
        <p:nvPicPr>
          <p:cNvPr id="10" name="Image 1" descr="02-grown-together-mobile-her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6" y="2267712"/>
            <a:ext cx="1783080" cy="38587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" y="6263640"/>
            <a:ext cx="6400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opening · illustrative photography</a:t>
            </a:r>
            <a:endParaRPr lang="en-US" sz="930" dirty="0"/>
          </a:p>
        </p:txBody>
      </p:sp>
      <p:sp>
        <p:nvSpPr>
          <p:cNvPr id="12" name="Text 8"/>
          <p:cNvSpPr/>
          <p:nvPr/>
        </p:nvSpPr>
        <p:spPr>
          <a:xfrm>
            <a:off x="7351776" y="6263640"/>
            <a:ext cx="17922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opening</a:t>
            </a:r>
            <a:endParaRPr lang="en-US" sz="930" dirty="0"/>
          </a:p>
        </p:txBody>
      </p:sp>
      <p:sp>
        <p:nvSpPr>
          <p:cNvPr id="13" name="Text 9"/>
          <p:cNvSpPr/>
          <p:nvPr/>
        </p:nvSpPr>
        <p:spPr>
          <a:xfrm>
            <a:off x="9445752" y="2322576"/>
            <a:ext cx="2139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b="1" spc="55" kern="0" dirty="0">
                <a:solidFill>
                  <a:srgbClr val="35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CHOOSE IT</a:t>
            </a:r>
            <a:endParaRPr lang="en-US" sz="910" dirty="0"/>
          </a:p>
        </p:txBody>
      </p:sp>
      <p:sp>
        <p:nvSpPr>
          <p:cNvPr id="14" name="Text 10"/>
          <p:cNvSpPr/>
          <p:nvPr/>
        </p:nvSpPr>
        <p:spPr>
          <a:xfrm>
            <a:off x="9445752" y="2679192"/>
            <a:ext cx="21396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rgbClr val="342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trust through people and place.</a:t>
            </a:r>
            <a:endParaRPr lang="en-US" sz="1510" dirty="0"/>
          </a:p>
        </p:txBody>
      </p:sp>
      <p:sp>
        <p:nvSpPr>
          <p:cNvPr id="15" name="Shape 11"/>
          <p:cNvSpPr/>
          <p:nvPr/>
        </p:nvSpPr>
        <p:spPr>
          <a:xfrm>
            <a:off x="9445752" y="3584448"/>
            <a:ext cx="2139696" cy="0"/>
          </a:xfrm>
          <a:prstGeom prst="line">
            <a:avLst/>
          </a:prstGeom>
          <a:noFill/>
          <a:ln w="8890">
            <a:solidFill>
              <a:srgbClr val="D8D0B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445752" y="3813048"/>
            <a:ext cx="2139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b="1" spc="55" kern="0" dirty="0">
                <a:solidFill>
                  <a:srgbClr val="35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</a:t>
            </a:r>
            <a:endParaRPr lang="en-US" sz="910" dirty="0"/>
          </a:p>
        </p:txBody>
      </p:sp>
      <p:sp>
        <p:nvSpPr>
          <p:cNvPr id="17" name="Text 13"/>
          <p:cNvSpPr/>
          <p:nvPr/>
        </p:nvSpPr>
        <p:spPr>
          <a:xfrm>
            <a:off x="9445752" y="4133088"/>
            <a:ext cx="21396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3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Cooperative partners, local communities and buyers.</a:t>
            </a:r>
            <a:endParaRPr lang="en-US" sz="1330" dirty="0"/>
          </a:p>
        </p:txBody>
      </p:sp>
      <p:sp>
        <p:nvSpPr>
          <p:cNvPr id="18" name="Text 14"/>
          <p:cNvSpPr/>
          <p:nvPr/>
        </p:nvSpPr>
        <p:spPr>
          <a:xfrm>
            <a:off x="9445752" y="534009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b="1" spc="55" kern="0" dirty="0">
                <a:solidFill>
                  <a:srgbClr val="35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DIRECTION</a:t>
            </a:r>
            <a:endParaRPr lang="en-US" sz="910" dirty="0"/>
          </a:p>
        </p:txBody>
      </p:sp>
      <p:sp>
        <p:nvSpPr>
          <p:cNvPr id="19" name="Shape 15"/>
          <p:cNvSpPr/>
          <p:nvPr/>
        </p:nvSpPr>
        <p:spPr>
          <a:xfrm>
            <a:off x="9445752" y="5669280"/>
            <a:ext cx="292608" cy="292608"/>
          </a:xfrm>
          <a:prstGeom prst="ellipse">
            <a:avLst/>
          </a:prstGeom>
          <a:solidFill>
            <a:srgbClr val="F3EFE4"/>
          </a:solidFill>
          <a:ln w="12700">
            <a:solidFill>
              <a:srgbClr val="F3EFE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884664" y="5669280"/>
            <a:ext cx="292608" cy="292608"/>
          </a:xfrm>
          <a:prstGeom prst="ellipse">
            <a:avLst/>
          </a:prstGeom>
          <a:solidFill>
            <a:srgbClr val="283D30"/>
          </a:solidFill>
          <a:ln w="12700">
            <a:solidFill>
              <a:srgbClr val="283D3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323576" y="5669280"/>
            <a:ext cx="292608" cy="292608"/>
          </a:xfrm>
          <a:prstGeom prst="ellipse">
            <a:avLst/>
          </a:prstGeom>
          <a:solidFill>
            <a:srgbClr val="654073"/>
          </a:solidFill>
          <a:ln w="12700">
            <a:solidFill>
              <a:srgbClr val="65407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762488" y="5669280"/>
            <a:ext cx="292608" cy="292608"/>
          </a:xfrm>
          <a:prstGeom prst="ellipse">
            <a:avLst/>
          </a:prstGeom>
          <a:solidFill>
            <a:srgbClr val="D9D1BB"/>
          </a:solidFill>
          <a:ln w="12700">
            <a:solidFill>
              <a:srgbClr val="D9D1B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94360" y="1874520"/>
            <a:ext cx="2459736" cy="283464"/>
          </a:xfrm>
          <a:prstGeom prst="roundRect">
            <a:avLst>
              <a:gd name="adj" fmla="val 45161"/>
            </a:avLst>
          </a:prstGeom>
          <a:solidFill>
            <a:srgbClr val="35583C"/>
          </a:solidFill>
          <a:ln w="12700">
            <a:solidFill>
              <a:srgbClr val="3558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04088" y="1938528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preview · proposed motion</a:t>
            </a:r>
            <a:endParaRPr lang="en-US" sz="8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19672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spc="80" kern="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 FARM / DAVAO COOPERATIVE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1109960" y="650138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35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HOW THE JOURNEY UNFOLDS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832104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dirty="0">
                <a:solidFill>
                  <a:srgbClr val="542A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the people lead the story.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94360" y="1545336"/>
            <a:ext cx="10881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scroll behavior. These previews show composition and content; photography is illustrative.</a:t>
            </a:r>
            <a:endParaRPr lang="en-US" sz="1440" dirty="0"/>
          </a:p>
        </p:txBody>
      </p:sp>
      <p:sp>
        <p:nvSpPr>
          <p:cNvPr id="7" name="Shape 5"/>
          <p:cNvSpPr/>
          <p:nvPr/>
        </p:nvSpPr>
        <p:spPr>
          <a:xfrm>
            <a:off x="562356" y="2281428"/>
            <a:ext cx="3511296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D0BE"/>
            </a:solidFill>
            <a:prstDash val="solid"/>
          </a:ln>
        </p:spPr>
      </p:sp>
      <p:pic>
        <p:nvPicPr>
          <p:cNvPr id="8" name="Image 0" descr="02-grown-together-story-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479897"/>
            <a:ext cx="3447288" cy="1843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4700016"/>
            <a:ext cx="338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5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51560" y="4645152"/>
            <a:ext cx="2990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542A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&amp; place</a:t>
            </a:r>
            <a:endParaRPr lang="en-US" sz="1620" dirty="0"/>
          </a:p>
        </p:txBody>
      </p:sp>
      <p:sp>
        <p:nvSpPr>
          <p:cNvPr id="11" name="Text 8"/>
          <p:cNvSpPr/>
          <p:nvPr/>
        </p:nvSpPr>
        <p:spPr>
          <a:xfrm>
            <a:off x="594360" y="5330952"/>
            <a:ext cx="34472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opening arch reveals the field. Photographs and headlines move on separate planes, then settle for reading.</a:t>
            </a:r>
            <a:endParaRPr lang="en-US" sz="1310" dirty="0"/>
          </a:p>
        </p:txBody>
      </p:sp>
      <p:sp>
        <p:nvSpPr>
          <p:cNvPr id="12" name="Shape 9"/>
          <p:cNvSpPr/>
          <p:nvPr/>
        </p:nvSpPr>
        <p:spPr>
          <a:xfrm>
            <a:off x="4338828" y="2281428"/>
            <a:ext cx="3511296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D0BE"/>
            </a:solidFill>
            <a:prstDash val="solid"/>
          </a:ln>
        </p:spPr>
      </p:sp>
      <p:pic>
        <p:nvPicPr>
          <p:cNvPr id="13" name="Image 1" descr="02-grown-together-growing-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755201"/>
            <a:ext cx="3447288" cy="129273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70832" y="4700016"/>
            <a:ext cx="338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5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828032" y="4645152"/>
            <a:ext cx="2990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542A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connected growing story</a:t>
            </a:r>
            <a:endParaRPr lang="en-US" sz="1620" dirty="0"/>
          </a:p>
        </p:txBody>
      </p:sp>
      <p:sp>
        <p:nvSpPr>
          <p:cNvPr id="16" name="Text 12"/>
          <p:cNvSpPr/>
          <p:nvPr/>
        </p:nvSpPr>
        <p:spPr>
          <a:xfrm>
            <a:off x="4370832" y="5330952"/>
            <a:ext cx="34472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thin vine line leads into the soil, vine and harvest chapters. Each chapter arrives with a gentle upward reveal.</a:t>
            </a:r>
            <a:endParaRPr lang="en-US" sz="1310" dirty="0"/>
          </a:p>
        </p:txBody>
      </p:sp>
      <p:sp>
        <p:nvSpPr>
          <p:cNvPr id="17" name="Shape 13"/>
          <p:cNvSpPr/>
          <p:nvPr/>
        </p:nvSpPr>
        <p:spPr>
          <a:xfrm>
            <a:off x="8115300" y="2281428"/>
            <a:ext cx="3511296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D0BE"/>
            </a:solidFill>
            <a:prstDash val="solid"/>
          </a:ln>
        </p:spPr>
      </p:sp>
      <p:pic>
        <p:nvPicPr>
          <p:cNvPr id="18" name="Image 2" descr="02-grown-together-lookup-sec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2579246"/>
            <a:ext cx="3447288" cy="16446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47304" y="4700016"/>
            <a:ext cx="338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5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604504" y="4645152"/>
            <a:ext cx="2990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542A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a partner farm</a:t>
            </a:r>
            <a:endParaRPr lang="en-US" sz="1620" dirty="0"/>
          </a:p>
        </p:txBody>
      </p:sp>
      <p:sp>
        <p:nvSpPr>
          <p:cNvPr id="21" name="Text 16"/>
          <p:cNvSpPr/>
          <p:nvPr/>
        </p:nvSpPr>
        <p:spPr>
          <a:xfrm>
            <a:off x="8147304" y="5330952"/>
            <a:ext cx="34472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70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cards lift into place. Entering an ID, scanning a QR or choosing a partner opens the same farm profile.</a:t>
            </a:r>
            <a:endParaRPr lang="en-US" sz="13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ube farm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Grown Together in Davao</dc:title>
  <dc:subject>Three landing page design directions for a Davao cooperative</dc:subject>
  <dc:creator>Ube Farm design presentation</dc:creator>
  <cp:lastModifiedBy>Ube Farm design presentation</cp:lastModifiedBy>
  <cp:revision>1</cp:revision>
  <dcterms:created xsi:type="dcterms:W3CDTF">2026-10-01T08:53:14Z</dcterms:created>
  <dcterms:modified xsi:type="dcterms:W3CDTF">2026-10-01T08:53:14Z</dcterms:modified>
</cp:coreProperties>
</file>